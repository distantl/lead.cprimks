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箭头连接符 4"/>
          <p:cNvCxnSpPr/>
          <p:nvPr/>
        </p:nvCxnSpPr>
        <p:spPr>
          <a:xfrm>
            <a:off x="695960" y="4070350"/>
            <a:ext cx="10800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08680" y="2802255"/>
            <a:ext cx="1554480" cy="1165225"/>
            <a:chOff x="4855" y="4413"/>
            <a:chExt cx="2448" cy="1835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6071" y="5136"/>
              <a:ext cx="0" cy="11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855" y="4413"/>
              <a:ext cx="24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/>
                <a:t>白班开始时间</a:t>
              </a:r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422640" y="2802255"/>
            <a:ext cx="1554480" cy="1174750"/>
            <a:chOff x="13264" y="4413"/>
            <a:chExt cx="2448" cy="1850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14478" y="5151"/>
              <a:ext cx="0" cy="11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3264" y="4413"/>
              <a:ext cx="24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/>
                <a:t>夜班开始时间</a:t>
              </a:r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308860" y="1078865"/>
            <a:ext cx="309880" cy="2898140"/>
            <a:chOff x="2021" y="1699"/>
            <a:chExt cx="488" cy="4564"/>
          </a:xfrm>
        </p:grpSpPr>
        <p:cxnSp>
          <p:nvCxnSpPr>
            <p:cNvPr id="14" name="直接箭头连接符 13"/>
            <p:cNvCxnSpPr/>
            <p:nvPr/>
          </p:nvCxnSpPr>
          <p:spPr>
            <a:xfrm>
              <a:off x="2265" y="2279"/>
              <a:ext cx="0" cy="398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2021" y="169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p</a:t>
              </a:r>
              <a:endParaRPr lang="en-US" altLang="zh-CN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025900" y="3977640"/>
            <a:ext cx="309880" cy="1360805"/>
            <a:chOff x="5827" y="6264"/>
            <a:chExt cx="488" cy="2143"/>
          </a:xfrm>
        </p:grpSpPr>
        <p:cxnSp>
          <p:nvCxnSpPr>
            <p:cNvPr id="16" name="直接箭头连接符 15"/>
            <p:cNvCxnSpPr/>
            <p:nvPr/>
          </p:nvCxnSpPr>
          <p:spPr>
            <a:xfrm flipV="1">
              <a:off x="6071" y="6264"/>
              <a:ext cx="0" cy="15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5827" y="782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981440" y="3977640"/>
            <a:ext cx="436880" cy="1360805"/>
            <a:chOff x="14144" y="6264"/>
            <a:chExt cx="688" cy="2143"/>
          </a:xfrm>
        </p:grpSpPr>
        <p:cxnSp>
          <p:nvCxnSpPr>
            <p:cNvPr id="18" name="直接箭头连接符 17"/>
            <p:cNvCxnSpPr/>
            <p:nvPr/>
          </p:nvCxnSpPr>
          <p:spPr>
            <a:xfrm flipV="1">
              <a:off x="14488" y="6264"/>
              <a:ext cx="0" cy="15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14144" y="7827"/>
              <a:ext cx="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20</a:t>
              </a:r>
              <a:endParaRPr lang="en-US" altLang="zh-CN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343515" y="3977640"/>
            <a:ext cx="436880" cy="1360805"/>
            <a:chOff x="16898" y="6264"/>
            <a:chExt cx="688" cy="2143"/>
          </a:xfrm>
        </p:grpSpPr>
        <p:cxnSp>
          <p:nvCxnSpPr>
            <p:cNvPr id="20" name="直接箭头连接符 19"/>
            <p:cNvCxnSpPr/>
            <p:nvPr/>
          </p:nvCxnSpPr>
          <p:spPr>
            <a:xfrm flipV="1">
              <a:off x="17242" y="6264"/>
              <a:ext cx="0" cy="15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6898" y="7827"/>
              <a:ext cx="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24</a:t>
              </a:r>
              <a:endParaRPr lang="en-US" altLang="zh-CN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756410" y="3977640"/>
            <a:ext cx="309880" cy="1360805"/>
            <a:chOff x="5827" y="6264"/>
            <a:chExt cx="488" cy="2143"/>
          </a:xfrm>
        </p:grpSpPr>
        <p:cxnSp>
          <p:nvCxnSpPr>
            <p:cNvPr id="33" name="直接箭头连接符 32"/>
            <p:cNvCxnSpPr/>
            <p:nvPr/>
          </p:nvCxnSpPr>
          <p:spPr>
            <a:xfrm flipV="1">
              <a:off x="6071" y="6264"/>
              <a:ext cx="0" cy="15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5827" y="7827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871980" y="5369560"/>
            <a:ext cx="23317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只可能在首次计算时发生，产能为上一天产能，</a:t>
            </a:r>
            <a:r>
              <a:rPr lang="zh-CN" altLang="en-US"/>
              <a:t>白班产能为</a:t>
            </a:r>
            <a:r>
              <a:rPr lang="en-US" altLang="zh-CN"/>
              <a:t>0</a:t>
            </a:r>
            <a:r>
              <a:rPr lang="zh-CN" altLang="en-US"/>
              <a:t>，夜班产能如图</a:t>
            </a:r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2481580" y="3614420"/>
            <a:ext cx="169926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9803765" y="1079500"/>
            <a:ext cx="309880" cy="2898140"/>
            <a:chOff x="2021" y="1699"/>
            <a:chExt cx="488" cy="4564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2265" y="2279"/>
              <a:ext cx="0" cy="398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2021" y="1699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p</a:t>
              </a:r>
              <a:endParaRPr lang="en-US" altLang="zh-CN"/>
            </a:p>
          </p:txBody>
        </p:sp>
      </p:grpSp>
      <p:cxnSp>
        <p:nvCxnSpPr>
          <p:cNvPr id="41" name="直接箭头连接符 40"/>
          <p:cNvCxnSpPr/>
          <p:nvPr/>
        </p:nvCxnSpPr>
        <p:spPr>
          <a:xfrm>
            <a:off x="9976485" y="3615055"/>
            <a:ext cx="214185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189720" y="5369560"/>
            <a:ext cx="2712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只可能在首次计算时发生，产能为当天产能，白班产能为</a:t>
            </a:r>
            <a:r>
              <a:rPr lang="en-US" altLang="zh-CN"/>
              <a:t>0</a:t>
            </a:r>
            <a:r>
              <a:rPr lang="zh-CN" altLang="en-US"/>
              <a:t>，夜班产能如图，至下一天白班开始时间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11170" y="324485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产能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80395" y="324485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产能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演示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黑体</vt:lpstr>
      <vt:lpstr>微软雅黑</vt:lpstr>
      <vt:lpstr>Arial Unicode MS</vt:lpstr>
      <vt:lpstr>Arial Black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8</cp:revision>
  <dcterms:created xsi:type="dcterms:W3CDTF">2019-09-19T02:01:00Z</dcterms:created>
  <dcterms:modified xsi:type="dcterms:W3CDTF">2024-05-07T13:01:06Z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2052-11.8.2.9067</vt:lpwstr>
  </property>
</Properties>
</file>